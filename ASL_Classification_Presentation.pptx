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01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Image Classification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Deep Learning &amp; Transfer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Pyae Sone (2337292) &amp; Hou Jia Jun (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2346425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ET0732 Machine Learning &amp; Artificial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Polytechnic | January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 million people worldwide have disabling hearing loss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barriers between deaf and hearing communities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accessibility of sign language interpreters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73152" cy="2286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ASL alphabet recognition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webcam inference with sentence building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custom CNN vs transfer learning approaches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compare deep learning models to classify 29 ASL hand gestures (A-Z + space, delete, nothing) with high accuracy and real-world applicability.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011680" cy="73152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Images/Class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01168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200x200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ASL Alphabet Dataset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alphabet letters (A-Z)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special classes: SPACE, DELETE, NOTHING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lighting and white background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hand, centered in frame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Captured Images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Self-captured for real-world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backgrounds and lighting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model generalization 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hand sizes and skin tones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preprocess, augment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Building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 + Transfer Learning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 with PyTorch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accuracy, analyze errors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webcam 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framework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detection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NumPy/Pandas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Overfitting &amp; Improving Generalization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rotation (±20°)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crop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flip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 transforms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Color/Lighting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 (±30%)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adjustment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blur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erasing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(25-50%)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 (0.1)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Augmentation Matters: Training data has consistent backgrounds. Real-world images vary greatly. Augmentation bridges this domain gap.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1645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~1.44M parameters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conv blocks, built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2.2M parameters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mobile-optimized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91440" cy="1645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23M parameters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residual connections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91440" cy="164592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 parameters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scaling, efficient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 Pre-trained on ImageNet (1M+ images), fine-tuned on ASL dataset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66540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CNN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~64.02%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11.03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~1.44M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MobileNetV2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~99.8%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6.64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~99.71%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5.36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23.57M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EfficientNet-B0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~99.77%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7.59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significantly outperforms custom CNN (+35% accuracy)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achieves best accuracy with moderate training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offers best speed-accuracy tradeoff for deployment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converged within 30 epochs with early stopping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Gap Analysis: Kaggle vs Custom Images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Optimization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194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~99.52%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Images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Applied: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Kaggle + custom images for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data augmentation (brightness, color jitter)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more layers of pre-trained models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ASL Recognition with Sentence Building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3200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hand detection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3200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MobileNetV2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smoothing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749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accumulation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Spelling: HELLO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validation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webcam inference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Classes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alphabet + controls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is powerful - ImageNet weights accelerate training significantly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gap is real - models trained on clean data struggle with real-world images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is essential for generalization beyond training distribution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offers better GPU support for newer hardware (RTX 50 series)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Extend to dynamic ASL signs, add word prediction, mobile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3657600"/>
            <a:ext cx="45720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Pyae Sone (2337292) &amp; Hou Jia Jun (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2346425)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ET0732 Machine Learning &amp; AI | Singapore Polytechnic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617</Words>
  <Application>Microsoft Office PowerPoint</Application>
  <PresentationFormat>On-screen Show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Image Classification using Deep Learning</dc:title>
  <dc:subject>ET0732 ML &amp; AI Mini Project</dc:subject>
  <dc:creator>Pyae Sone, Hou Jia Jun</dc:creator>
  <cp:lastModifiedBy>PYAE SONE</cp:lastModifiedBy>
  <cp:revision>3</cp:revision>
  <dcterms:created xsi:type="dcterms:W3CDTF">2026-01-31T15:04:19Z</dcterms:created>
  <dcterms:modified xsi:type="dcterms:W3CDTF">2026-01-31T15:18:26Z</dcterms:modified>
</cp:coreProperties>
</file>